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D7104-82E7-4FEF-B6A5-C1733A5D0F0F}" v="18" dt="2026-04-17T03:38:56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sa Lakshmi" userId="3700512ff0c4db0f" providerId="LiveId" clId="{4006DA10-024A-48BD-B44A-DD00F5AFD98B}"/>
    <pc:docChg chg="addSld modSld">
      <pc:chgData name="Amsa Lakshmi" userId="3700512ff0c4db0f" providerId="LiveId" clId="{4006DA10-024A-48BD-B44A-DD00F5AFD98B}" dt="2026-04-17T03:38:56.705" v="308"/>
      <pc:docMkLst>
        <pc:docMk/>
      </pc:docMkLst>
      <pc:sldChg chg="modSp mod">
        <pc:chgData name="Amsa Lakshmi" userId="3700512ff0c4db0f" providerId="LiveId" clId="{4006DA10-024A-48BD-B44A-DD00F5AFD98B}" dt="2026-04-17T03:22:53.311" v="55" actId="20577"/>
        <pc:sldMkLst>
          <pc:docMk/>
          <pc:sldMk cId="3218369622" sldId="256"/>
        </pc:sldMkLst>
        <pc:spChg chg="mod">
          <ac:chgData name="Amsa Lakshmi" userId="3700512ff0c4db0f" providerId="LiveId" clId="{4006DA10-024A-48BD-B44A-DD00F5AFD98B}" dt="2026-04-17T03:22:53.311" v="55" actId="20577"/>
          <ac:spMkLst>
            <pc:docMk/>
            <pc:sldMk cId="3218369622" sldId="256"/>
            <ac:spMk id="4" creationId="{C02B6021-9E75-25CB-89DA-FD62EFF215C8}"/>
          </ac:spMkLst>
        </pc:spChg>
      </pc:sldChg>
      <pc:sldChg chg="addSp modSp mod">
        <pc:chgData name="Amsa Lakshmi" userId="3700512ff0c4db0f" providerId="LiveId" clId="{4006DA10-024A-48BD-B44A-DD00F5AFD98B}" dt="2026-04-17T03:27:19.309" v="123" actId="1076"/>
        <pc:sldMkLst>
          <pc:docMk/>
          <pc:sldMk cId="999246364" sldId="257"/>
        </pc:sldMkLst>
        <pc:spChg chg="add mod">
          <ac:chgData name="Amsa Lakshmi" userId="3700512ff0c4db0f" providerId="LiveId" clId="{4006DA10-024A-48BD-B44A-DD00F5AFD98B}" dt="2026-04-17T03:27:19.309" v="123" actId="1076"/>
          <ac:spMkLst>
            <pc:docMk/>
            <pc:sldMk cId="999246364" sldId="257"/>
            <ac:spMk id="2" creationId="{1F842AA4-366C-65C6-BEF2-80B575E6A275}"/>
          </ac:spMkLst>
        </pc:spChg>
      </pc:sldChg>
      <pc:sldChg chg="addSp modSp mod">
        <pc:chgData name="Amsa Lakshmi" userId="3700512ff0c4db0f" providerId="LiveId" clId="{4006DA10-024A-48BD-B44A-DD00F5AFD98B}" dt="2026-04-17T03:27:12.846" v="122" actId="1076"/>
        <pc:sldMkLst>
          <pc:docMk/>
          <pc:sldMk cId="2548659375" sldId="258"/>
        </pc:sldMkLst>
        <pc:spChg chg="add mod">
          <ac:chgData name="Amsa Lakshmi" userId="3700512ff0c4db0f" providerId="LiveId" clId="{4006DA10-024A-48BD-B44A-DD00F5AFD98B}" dt="2026-04-17T03:27:12.846" v="122" actId="1076"/>
          <ac:spMkLst>
            <pc:docMk/>
            <pc:sldMk cId="2548659375" sldId="258"/>
            <ac:spMk id="2" creationId="{12AD60AC-F36A-D7BF-23A7-8EE1C3A30629}"/>
          </ac:spMkLst>
        </pc:spChg>
      </pc:sldChg>
      <pc:sldChg chg="addSp modSp mod">
        <pc:chgData name="Amsa Lakshmi" userId="3700512ff0c4db0f" providerId="LiveId" clId="{4006DA10-024A-48BD-B44A-DD00F5AFD98B}" dt="2026-04-17T03:38:56.705" v="308"/>
        <pc:sldMkLst>
          <pc:docMk/>
          <pc:sldMk cId="3358702930" sldId="259"/>
        </pc:sldMkLst>
        <pc:spChg chg="add mod">
          <ac:chgData name="Amsa Lakshmi" userId="3700512ff0c4db0f" providerId="LiveId" clId="{4006DA10-024A-48BD-B44A-DD00F5AFD98B}" dt="2026-04-17T03:38:56.705" v="308"/>
          <ac:spMkLst>
            <pc:docMk/>
            <pc:sldMk cId="3358702930" sldId="259"/>
            <ac:spMk id="2" creationId="{F05C069A-C51D-70C9-AED6-759096F15EB3}"/>
          </ac:spMkLst>
        </pc:spChg>
      </pc:sldChg>
      <pc:sldChg chg="addSp modSp mod">
        <pc:chgData name="Amsa Lakshmi" userId="3700512ff0c4db0f" providerId="LiveId" clId="{4006DA10-024A-48BD-B44A-DD00F5AFD98B}" dt="2026-04-17T03:30:22.130" v="176" actId="1076"/>
        <pc:sldMkLst>
          <pc:docMk/>
          <pc:sldMk cId="3952455770" sldId="260"/>
        </pc:sldMkLst>
        <pc:spChg chg="add mod">
          <ac:chgData name="Amsa Lakshmi" userId="3700512ff0c4db0f" providerId="LiveId" clId="{4006DA10-024A-48BD-B44A-DD00F5AFD98B}" dt="2026-04-17T03:30:22.130" v="176" actId="1076"/>
          <ac:spMkLst>
            <pc:docMk/>
            <pc:sldMk cId="3952455770" sldId="260"/>
            <ac:spMk id="2" creationId="{9B4D9F4B-543F-D7C4-0E38-F5C53AD1109A}"/>
          </ac:spMkLst>
        </pc:spChg>
      </pc:sldChg>
      <pc:sldChg chg="addSp modSp mod">
        <pc:chgData name="Amsa Lakshmi" userId="3700512ff0c4db0f" providerId="LiveId" clId="{4006DA10-024A-48BD-B44A-DD00F5AFD98B}" dt="2026-04-17T03:33:27.694" v="199" actId="12"/>
        <pc:sldMkLst>
          <pc:docMk/>
          <pc:sldMk cId="2847001689" sldId="261"/>
        </pc:sldMkLst>
        <pc:spChg chg="add mod">
          <ac:chgData name="Amsa Lakshmi" userId="3700512ff0c4db0f" providerId="LiveId" clId="{4006DA10-024A-48BD-B44A-DD00F5AFD98B}" dt="2026-04-17T03:33:27.694" v="199" actId="12"/>
          <ac:spMkLst>
            <pc:docMk/>
            <pc:sldMk cId="2847001689" sldId="261"/>
            <ac:spMk id="2" creationId="{5E00DC7C-E176-7419-C3AB-19D48EC58A54}"/>
          </ac:spMkLst>
        </pc:spChg>
      </pc:sldChg>
      <pc:sldChg chg="addSp modSp new mod">
        <pc:chgData name="Amsa Lakshmi" userId="3700512ff0c4db0f" providerId="LiveId" clId="{4006DA10-024A-48BD-B44A-DD00F5AFD98B}" dt="2026-04-17T03:34:40.649" v="224" actId="1076"/>
        <pc:sldMkLst>
          <pc:docMk/>
          <pc:sldMk cId="745195069" sldId="262"/>
        </pc:sldMkLst>
        <pc:spChg chg="add mod">
          <ac:chgData name="Amsa Lakshmi" userId="3700512ff0c4db0f" providerId="LiveId" clId="{4006DA10-024A-48BD-B44A-DD00F5AFD98B}" dt="2026-04-17T03:34:40.649" v="224" actId="1076"/>
          <ac:spMkLst>
            <pc:docMk/>
            <pc:sldMk cId="745195069" sldId="262"/>
            <ac:spMk id="2" creationId="{638994BC-F023-7410-105E-BC9B2210D2B5}"/>
          </ac:spMkLst>
        </pc:spChg>
      </pc:sldChg>
      <pc:sldChg chg="addSp modSp new mod">
        <pc:chgData name="Amsa Lakshmi" userId="3700512ff0c4db0f" providerId="LiveId" clId="{4006DA10-024A-48BD-B44A-DD00F5AFD98B}" dt="2026-04-17T03:35:39.875" v="253" actId="1076"/>
        <pc:sldMkLst>
          <pc:docMk/>
          <pc:sldMk cId="674934481" sldId="263"/>
        </pc:sldMkLst>
        <pc:spChg chg="add mod">
          <ac:chgData name="Amsa Lakshmi" userId="3700512ff0c4db0f" providerId="LiveId" clId="{4006DA10-024A-48BD-B44A-DD00F5AFD98B}" dt="2026-04-17T03:35:39.875" v="253" actId="1076"/>
          <ac:spMkLst>
            <pc:docMk/>
            <pc:sldMk cId="674934481" sldId="263"/>
            <ac:spMk id="2" creationId="{3E6B2858-6AA5-0989-0162-6964679B3E90}"/>
          </ac:spMkLst>
        </pc:spChg>
      </pc:sldChg>
      <pc:sldChg chg="addSp modSp new mod">
        <pc:chgData name="Amsa Lakshmi" userId="3700512ff0c4db0f" providerId="LiveId" clId="{4006DA10-024A-48BD-B44A-DD00F5AFD98B}" dt="2026-04-17T03:37:03.727" v="279" actId="1076"/>
        <pc:sldMkLst>
          <pc:docMk/>
          <pc:sldMk cId="733502799" sldId="264"/>
        </pc:sldMkLst>
        <pc:spChg chg="add mod">
          <ac:chgData name="Amsa Lakshmi" userId="3700512ff0c4db0f" providerId="LiveId" clId="{4006DA10-024A-48BD-B44A-DD00F5AFD98B}" dt="2026-04-17T03:37:03.727" v="279" actId="1076"/>
          <ac:spMkLst>
            <pc:docMk/>
            <pc:sldMk cId="733502799" sldId="264"/>
            <ac:spMk id="2" creationId="{7CB75614-AE98-CFE4-54D0-1AFBD3238ADC}"/>
          </ac:spMkLst>
        </pc:spChg>
      </pc:sldChg>
      <pc:sldChg chg="addSp modSp new mod">
        <pc:chgData name="Amsa Lakshmi" userId="3700512ff0c4db0f" providerId="LiveId" clId="{4006DA10-024A-48BD-B44A-DD00F5AFD98B}" dt="2026-04-17T03:37:35.791" v="306" actId="1076"/>
        <pc:sldMkLst>
          <pc:docMk/>
          <pc:sldMk cId="2177913441" sldId="265"/>
        </pc:sldMkLst>
        <pc:spChg chg="add mod">
          <ac:chgData name="Amsa Lakshmi" userId="3700512ff0c4db0f" providerId="LiveId" clId="{4006DA10-024A-48BD-B44A-DD00F5AFD98B}" dt="2026-04-17T03:37:35.791" v="306" actId="1076"/>
          <ac:spMkLst>
            <pc:docMk/>
            <pc:sldMk cId="2177913441" sldId="265"/>
            <ac:spMk id="2" creationId="{71BFDCFB-20F9-151C-166D-D24F55BC89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0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59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1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68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86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92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11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9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97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174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902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694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399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883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91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7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050D717-1F32-497B-B333-FA29FE42BF9D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4D12286-0C93-4AF6-AF5A-41DE1C4819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997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B6021-9E75-25CB-89DA-FD62EFF215C8}"/>
              </a:ext>
            </a:extLst>
          </p:cNvPr>
          <p:cNvSpPr txBox="1"/>
          <p:nvPr/>
        </p:nvSpPr>
        <p:spPr>
          <a:xfrm>
            <a:off x="281607" y="274266"/>
            <a:ext cx="11171583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    BANNARI AMMAN INSTITUTE OF TECHNOLOGY</a:t>
            </a:r>
          </a:p>
          <a:p>
            <a:endParaRPr lang="en-IN" sz="3600" b="1" dirty="0"/>
          </a:p>
          <a:p>
            <a:r>
              <a:rPr lang="en-IN" sz="2800" b="1" dirty="0"/>
              <a:t>PROJECT TITLE                  : AGRI-CONNECT</a:t>
            </a:r>
          </a:p>
          <a:p>
            <a:endParaRPr lang="en-IN" sz="3600" b="1" dirty="0"/>
          </a:p>
          <a:p>
            <a:r>
              <a:rPr lang="en-IN" sz="2800" b="1" dirty="0"/>
              <a:t>TEAM NAME                     : </a:t>
            </a:r>
            <a:r>
              <a:rPr lang="en-IN" sz="2800" b="1" i="1" dirty="0"/>
              <a:t>PIXEL PIRATES</a:t>
            </a:r>
          </a:p>
          <a:p>
            <a:endParaRPr lang="en-IN" sz="2800" b="1" dirty="0"/>
          </a:p>
          <a:p>
            <a:r>
              <a:rPr lang="en-IN" sz="2800" b="1" dirty="0"/>
              <a:t>TEAM LEAD                       : AMSA LAKSHMI K</a:t>
            </a:r>
          </a:p>
          <a:p>
            <a:endParaRPr lang="en-IN" sz="2800" b="1" dirty="0"/>
          </a:p>
          <a:p>
            <a:r>
              <a:rPr lang="en-IN" sz="2800" b="1" dirty="0"/>
              <a:t>FRONTEND DEVELOPER   : NEHAA R</a:t>
            </a:r>
          </a:p>
          <a:p>
            <a:endParaRPr lang="en-IN" sz="2800" b="1" dirty="0"/>
          </a:p>
          <a:p>
            <a:r>
              <a:rPr lang="en-IN" sz="2800" b="1" dirty="0"/>
              <a:t>BACKEND DEVELOPER    : PRAVEEN RAJ A</a:t>
            </a:r>
          </a:p>
          <a:p>
            <a:endParaRPr lang="en-IN" sz="2800" b="1" dirty="0"/>
          </a:p>
          <a:p>
            <a:r>
              <a:rPr lang="en-IN" sz="2800" b="1" dirty="0"/>
              <a:t>UI/UX DESIGNER             : PRASANNA VENKATESH 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836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ED348-236E-58F1-E745-EDB5A8C9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42AA4-366C-65C6-BEF2-80B575E6A275}"/>
              </a:ext>
            </a:extLst>
          </p:cNvPr>
          <p:cNvSpPr txBox="1"/>
          <p:nvPr/>
        </p:nvSpPr>
        <p:spPr>
          <a:xfrm>
            <a:off x="347870" y="496957"/>
            <a:ext cx="1100261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Introduction 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Agriculture is the backbone of our economy.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However, farmers often struggle to get fair prices due to middlemen in the supply chain.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Agri Connect</a:t>
            </a:r>
            <a:r>
              <a:rPr lang="en-US" sz="2800" dirty="0"/>
              <a:t> is a web platform designed to connect farmers directly with consumers, enabling transparent and profitable trade.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246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192F-3CCA-AA56-18D3-D1558CC5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D60AC-F36A-D7BF-23A7-8EE1C3A30629}"/>
              </a:ext>
            </a:extLst>
          </p:cNvPr>
          <p:cNvSpPr txBox="1"/>
          <p:nvPr/>
        </p:nvSpPr>
        <p:spPr>
          <a:xfrm>
            <a:off x="268357" y="428178"/>
            <a:ext cx="1082371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Problem Statement :</a:t>
            </a:r>
          </a:p>
          <a:p>
            <a:endParaRPr lang="en-US" b="1" dirty="0"/>
          </a:p>
          <a:p>
            <a:r>
              <a:rPr lang="en-US" sz="2800" dirty="0"/>
              <a:t>Farmers face several challenges in selling their products: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Presence of multiple middlemen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Farmers receive low profit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Lack of direct market access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Consumers pay higher prices 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Limited digital platforms for farmers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65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7AC4-2D88-4646-32A8-38C8F1BC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C069A-C51D-70C9-AED6-759096F15EB3}"/>
              </a:ext>
            </a:extLst>
          </p:cNvPr>
          <p:cNvSpPr txBox="1"/>
          <p:nvPr/>
        </p:nvSpPr>
        <p:spPr>
          <a:xfrm>
            <a:off x="238539" y="197346"/>
            <a:ext cx="1108213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Objective :</a:t>
            </a:r>
          </a:p>
          <a:p>
            <a:endParaRPr lang="en-US" sz="4400" b="1" dirty="0"/>
          </a:p>
          <a:p>
            <a:r>
              <a:rPr lang="en-US" sz="2800" dirty="0"/>
              <a:t>The objective of </a:t>
            </a:r>
            <a:r>
              <a:rPr lang="en-US" sz="2800" b="1" dirty="0"/>
              <a:t>Agri Connect</a:t>
            </a:r>
            <a:r>
              <a:rPr lang="en-US" sz="2800" dirty="0"/>
              <a:t> is to: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Connect farmers directly with </a:t>
            </a:r>
            <a:r>
              <a:rPr lang="en-IN" sz="2800" dirty="0"/>
              <a:t>consumers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Provide a platform to sell agricultural products online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Ensure fair pricing for farmers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Provide fresh farm products to consumers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Reduce dependency on middlemen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70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216B-2093-D81D-C61A-DDABEEFC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D9F4B-543F-D7C4-0E38-F5C53AD1109A}"/>
              </a:ext>
            </a:extLst>
          </p:cNvPr>
          <p:cNvSpPr txBox="1"/>
          <p:nvPr/>
        </p:nvSpPr>
        <p:spPr>
          <a:xfrm>
            <a:off x="208722" y="407504"/>
            <a:ext cx="1086347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Proposed Solution :</a:t>
            </a:r>
          </a:p>
          <a:p>
            <a:endParaRPr lang="en-US" sz="4000" b="1" dirty="0"/>
          </a:p>
          <a:p>
            <a:r>
              <a:rPr lang="en-US" sz="2800" dirty="0"/>
              <a:t>Agri Connect provides a simple digital platform where: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Farmers can register and upload their products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Consumers can browse and purchase products</a:t>
            </a:r>
          </a:p>
          <a:p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Farmers and consumers can communicate directly 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Orders can be placed easily through the website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45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3737-B4A7-EE63-4007-300D6975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0DC7C-E176-7419-C3AB-19D48EC58A54}"/>
              </a:ext>
            </a:extLst>
          </p:cNvPr>
          <p:cNvSpPr txBox="1"/>
          <p:nvPr/>
        </p:nvSpPr>
        <p:spPr>
          <a:xfrm>
            <a:off x="347870" y="197346"/>
            <a:ext cx="107442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Technology Used :</a:t>
            </a:r>
          </a:p>
          <a:p>
            <a:endParaRPr lang="en-US" sz="4400" b="1" dirty="0"/>
          </a:p>
          <a:p>
            <a:r>
              <a:rPr lang="en-US" sz="2800" dirty="0"/>
              <a:t>The technologies used in this project include: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HTML</a:t>
            </a:r>
            <a:r>
              <a:rPr lang="en-US" sz="2800" dirty="0"/>
              <a:t> – Structure of the website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CSS</a:t>
            </a:r>
            <a:r>
              <a:rPr lang="en-US" sz="2800" dirty="0"/>
              <a:t> – Design and styling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JavaScript</a:t>
            </a:r>
            <a:r>
              <a:rPr lang="en-US" sz="2800" dirty="0"/>
              <a:t> – Interactive features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VS Code</a:t>
            </a:r>
            <a:r>
              <a:rPr lang="en-US" sz="2800" dirty="0"/>
              <a:t> – Development environment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Web Browser</a:t>
            </a:r>
            <a:r>
              <a:rPr lang="en-US" sz="2800" dirty="0"/>
              <a:t> – To run and test the website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00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994BC-F023-7410-105E-BC9B2210D2B5}"/>
              </a:ext>
            </a:extLst>
          </p:cNvPr>
          <p:cNvSpPr txBox="1"/>
          <p:nvPr/>
        </p:nvSpPr>
        <p:spPr>
          <a:xfrm>
            <a:off x="318053" y="506896"/>
            <a:ext cx="1123121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Workflow</a:t>
            </a:r>
          </a:p>
          <a:p>
            <a:endParaRPr lang="en-US" sz="4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User opens the Agri Connect website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Selects role (Farmer / Consumer)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Farmers upload product details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Consumers browse available products 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Consumers place orders directly from farmers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19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B2858-6AA5-0989-0162-6964679B3E90}"/>
              </a:ext>
            </a:extLst>
          </p:cNvPr>
          <p:cNvSpPr txBox="1"/>
          <p:nvPr/>
        </p:nvSpPr>
        <p:spPr>
          <a:xfrm>
            <a:off x="281609" y="596348"/>
            <a:ext cx="1079389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Advantages :</a:t>
            </a:r>
          </a:p>
          <a:p>
            <a:endParaRPr lang="en-US" sz="4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Farmers receive better profits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Consumers get fresh products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Eliminates unnecessary intermediaries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Easy to use digital platform</a:t>
            </a:r>
          </a:p>
          <a:p>
            <a:r>
              <a:rPr lang="en-US" sz="2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Encourages digital agriculture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93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B75614-AE98-CFE4-54D0-1AFBD3238ADC}"/>
              </a:ext>
            </a:extLst>
          </p:cNvPr>
          <p:cNvSpPr txBox="1"/>
          <p:nvPr/>
        </p:nvSpPr>
        <p:spPr>
          <a:xfrm>
            <a:off x="228599" y="745435"/>
            <a:ext cx="1092310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Conclusion :</a:t>
            </a:r>
          </a:p>
          <a:p>
            <a:endParaRPr lang="en-US" sz="40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Agri Connect is a simple and effective solution to bridge the gap between farmers and consumers.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br>
              <a:rPr lang="en-US" sz="2800" dirty="0"/>
            </a:br>
            <a:r>
              <a:rPr lang="en-US" sz="2800" dirty="0"/>
              <a:t>By enabling direct communication and trade, it helps farmers earn better income while providing fresh products to consumers.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50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BFDCFB-20F9-151C-166D-D24F55BC89C6}"/>
              </a:ext>
            </a:extLst>
          </p:cNvPr>
          <p:cNvSpPr txBox="1"/>
          <p:nvPr/>
        </p:nvSpPr>
        <p:spPr>
          <a:xfrm>
            <a:off x="2504661" y="2474844"/>
            <a:ext cx="67874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177913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33</TotalTime>
  <Words>331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Amsa Lakshmi</dc:creator>
  <cp:lastModifiedBy>Amsa Lakshmi</cp:lastModifiedBy>
  <cp:revision>1</cp:revision>
  <dcterms:created xsi:type="dcterms:W3CDTF">2026-04-16T08:36:36Z</dcterms:created>
  <dcterms:modified xsi:type="dcterms:W3CDTF">2026-04-17T03:39:13Z</dcterms:modified>
</cp:coreProperties>
</file>